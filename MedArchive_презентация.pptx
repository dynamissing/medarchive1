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WbYcNJw3OOEz6FvEe4yeXnE+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sz="3600" b="1"/>
              <a:t>MedArchive</a:t>
            </a:r>
            <a:endParaRPr/>
          </a:p>
          <a:p>
            <a:pPr algn="l"/>
            <a:r>
              <a:rPr sz="2000"/>
              <a:t>Интеллектуальная система
обработки медицинских архивов</a:t>
            </a: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1800"/>
              <a:t>Команда MedPartners</a:t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56099" cy="7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736575" y="4670225"/>
            <a:ext cx="23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Караганда 202</a:t>
            </a:r>
            <a:r>
              <a:rPr lang="ru"/>
              <a:t>6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400" b="1"/>
              <a:t>Краткое описание проделанной работы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600" b="1"/>
              <a:t>Что мы сделали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  <a:p>
            <a:r>
              <a:rPr sz="1200"/>
              <a:t>Создали полнофункциональную систему для импорта, парсинга, нормализации и сопоставления медицинских архивов. Система принимает ZIP-архивы с прайс-листами (XLSX, DOCX, PDF), извлекает данные, нормализует строки и автоматически сопоставляет услуги с каталогом партнёров. Включает админ-панель, публичный поиск и API.</a:t>
            </a:r>
          </a:p>
          <a:p>
            <a:pPr>
              <a:spcBef>
                <a:spcPts val="1200"/>
              </a:spcBef>
            </a:pPr>
            <a:r>
              <a:rPr sz="1600" b="1"/>
              <a:t>Какие ресурсы были использованы?</a:t>
            </a:r>
          </a:p>
          <a:p>
            <a:pPr>
              <a:spcBef>
                <a:spcPts val="200"/>
              </a:spcBef>
            </a:pPr>
            <a:r>
              <a:rPr sz="1100"/>
              <a:t>  •  Backend: Python 3.12, FastAPI, SQLAlchemy, Alembic, PostgreSQL, Redis, Celery</a:t>
            </a:r>
          </a:p>
          <a:p>
            <a:pPr>
              <a:spcBef>
                <a:spcPts val="200"/>
              </a:spcBef>
            </a:pPr>
            <a:r>
              <a:rPr sz="1100"/>
              <a:t>  •  Frontend: Next.js, React, TypeScript, Tailwind CSS, shadcn/ui</a:t>
            </a:r>
          </a:p>
          <a:p>
            <a:pPr>
              <a:spcBef>
                <a:spcPts val="200"/>
              </a:spcBef>
            </a:pPr>
            <a:r>
              <a:rPr sz="1100"/>
              <a:t>  •  Парсинг: openpyxl (XLSX), python-docx (DOCX), PyMuPDF/pdfplumber (PDF), Tesseract OCR</a:t>
            </a:r>
          </a:p>
          <a:p>
            <a:pPr>
              <a:spcBef>
                <a:spcPts val="200"/>
              </a:spcBef>
            </a:pPr>
            <a:r>
              <a:rPr sz="1100"/>
              <a:t>  •  Matching: RapidFuzz для детерминированного сопоставления</a:t>
            </a:r>
          </a:p>
          <a:p>
            <a:pPr>
              <a:spcBef>
                <a:spcPts val="200"/>
              </a:spcBef>
            </a:pPr>
            <a:r>
              <a:rPr sz="1100"/>
              <a:t>  •  Инфраструктура: Docker Compose, Nginx, Makefile</a:t>
            </a:r>
          </a:p>
          <a:p>
            <a:pPr>
              <a:spcBef>
                <a:spcPts val="200"/>
              </a:spcBef>
            </a:pPr>
            <a:r>
              <a:rPr sz="1100"/>
              <a:t>  •  Инструменты: Git, Pydantic, Pytest, LibreOffice (конвертация XLS)</a:t>
            </a:r>
          </a:p>
          <a:p>
            <a:pPr>
              <a:spcBef>
                <a:spcPts val="1200"/>
              </a:spcBef>
            </a:pPr>
            <a:r>
              <a:rPr sz="1600" b="1"/>
              <a:t>Какие результаты получили</a:t>
            </a:r>
          </a:p>
          <a:p>
            <a:pPr>
              <a:spcBef>
                <a:spcPts val="200"/>
              </a:spcBef>
            </a:pPr>
            <a:r>
              <a:rPr sz="1100"/>
              <a:t>  •  Работающий backend с полным pipeline: загрузка → парсинг → нормализация → matching → валидация</a:t>
            </a:r>
          </a:p>
          <a:p>
            <a:pPr>
              <a:spcBef>
                <a:spcPts val="200"/>
              </a:spcBef>
            </a:pPr>
            <a:r>
              <a:rPr sz="1100"/>
              <a:t>  •  5 парсеров: XLSX, XLS, DOCX, текстовый PDF, OCR PDF</a:t>
            </a:r>
          </a:p>
          <a:p>
            <a:pPr>
              <a:spcBef>
                <a:spcPts val="200"/>
              </a:spcBef>
            </a:pPr>
            <a:r>
              <a:rPr sz="1100"/>
              <a:t>  •  Детерминированный matching с порогами авто-принятия (94%) и ручной проверки (72%)</a:t>
            </a:r>
          </a:p>
          <a:p>
            <a:pPr>
              <a:spcBef>
                <a:spcPts val="200"/>
              </a:spcBef>
            </a:pPr>
            <a:r>
              <a:rPr sz="1100"/>
              <a:t>  •  Админ-API: импорт, верификация, дашборд, отчёт о качестве</a:t>
            </a:r>
          </a:p>
          <a:p>
            <a:pPr>
              <a:spcBef>
                <a:spcPts val="200"/>
              </a:spcBef>
            </a:pPr>
            <a:r>
              <a:rPr sz="1100"/>
              <a:t>  •  Публичный API для поиска услуг и партнёров</a:t>
            </a:r>
          </a:p>
          <a:p>
            <a:pPr>
              <a:spcBef>
                <a:spcPts val="200"/>
              </a:spcBef>
            </a:pPr>
            <a:r>
              <a:rPr sz="1100"/>
              <a:t>  •  Frontend с 9 экранами: поиск, дашборд, загрузка, статус, верификация, качество</a:t>
            </a:r>
          </a:p>
          <a:p>
            <a:pPr>
              <a:spcBef>
                <a:spcPts val="200"/>
              </a:spcBef>
            </a:pPr>
            <a:r>
              <a:rPr sz="1100"/>
              <a:t>  •  Docker Compose стек: Postgres + Redis + FastAPI + Celery + Frontend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400" b="1"/>
              <a:t>Демонстрация прототипа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sz="1600" b="1"/>
              <a:t>Демонстрация</a:t>
            </a:r>
            <a:endParaRPr/>
          </a:p>
          <a:p>
            <a:pPr>
              <a:spcBef>
                <a:spcPts val="400"/>
              </a:spcBef>
            </a:pPr>
            <a:r>
              <a:rPr sz="1300"/>
              <a:t>1. Загрузка ZIP-архива с прайс-листами через админ-панель</a:t>
            </a:r>
          </a:p>
          <a:p>
            <a:pPr>
              <a:spcBef>
                <a:spcPts val="400"/>
              </a:spcBef>
            </a:pPr>
            <a:r>
              <a:rPr sz="1300"/>
              <a:t>2. Автоматический парсинг XLSX/DOCX/PDF файлов</a:t>
            </a:r>
          </a:p>
          <a:p>
            <a:pPr>
              <a:spcBef>
                <a:spcPts val="400"/>
              </a:spcBef>
            </a:pPr>
            <a:r>
              <a:rPr sz="1300"/>
              <a:t>3. Нормализация и сопоставление строк с каталогом услуг</a:t>
            </a:r>
          </a:p>
          <a:p>
            <a:pPr>
              <a:spcBef>
                <a:spcPts val="400"/>
              </a:spcBef>
            </a:pPr>
            <a:r>
              <a:rPr sz="1300"/>
              <a:t>4. Верификация результатов в очереди проверки</a:t>
            </a:r>
          </a:p>
          <a:p>
            <a:pPr>
              <a:spcBef>
                <a:spcPts val="400"/>
              </a:spcBef>
            </a:pPr>
            <a:r>
              <a:rPr sz="1300"/>
              <a:t>5. Публичный поиск по базе медицинских услуг</a:t>
            </a:r>
          </a:p>
          <a:p>
            <a:pPr>
              <a:spcBef>
                <a:spcPts val="400"/>
              </a:spcBef>
            </a:pPr>
            <a:r>
              <a:rPr sz="1300"/>
              <a:t>6. API для интеграции с внешними системами</a:t>
            </a:r>
          </a:p>
          <a:p>
            <a:pPr>
              <a:spcBef>
                <a:spcPts val="1600"/>
              </a:spcBef>
            </a:pPr>
            <a:r>
              <a:rPr sz="1100" i="1"/>
              <a:t>localhost:3000 — Frontend  |  localhost:8000/docs —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